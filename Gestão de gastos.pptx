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99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19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453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8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58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70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4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99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59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62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376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0889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835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952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116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62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52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57933-87E7-4BDD-8138-F3266453A480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E3917-1979-4057-B947-9059726F84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3074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10F60-35B8-2AB0-EFF7-146494C3F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445248"/>
            <a:ext cx="9001462" cy="1154952"/>
          </a:xfrm>
        </p:spPr>
        <p:txBody>
          <a:bodyPr/>
          <a:lstStyle/>
          <a:p>
            <a:r>
              <a:rPr lang="pt-BR" u="sng" dirty="0"/>
              <a:t>Gestão de gastos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1666DB-A54A-79F8-567F-A4BF76845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1523072"/>
            <a:ext cx="9001462" cy="909577"/>
          </a:xfrm>
        </p:spPr>
        <p:txBody>
          <a:bodyPr/>
          <a:lstStyle/>
          <a:p>
            <a:r>
              <a:rPr lang="pt-BR" dirty="0"/>
              <a:t>Um melhor controle financeiro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7CEA15-502B-7246-F00A-CD3F4C883848}"/>
              </a:ext>
            </a:extLst>
          </p:cNvPr>
          <p:cNvSpPr txBox="1"/>
          <p:nvPr/>
        </p:nvSpPr>
        <p:spPr>
          <a:xfrm>
            <a:off x="8816195" y="6211669"/>
            <a:ext cx="381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Prof.  Junior – Business Agility</a:t>
            </a:r>
          </a:p>
          <a:p>
            <a:r>
              <a:rPr lang="pt-BR" u="sng" dirty="0"/>
              <a:t>ADS5AM</a:t>
            </a:r>
          </a:p>
        </p:txBody>
      </p:sp>
      <p:pic>
        <p:nvPicPr>
          <p:cNvPr id="1026" name="Picture 2" descr="Contabilidade e Gestão de Custos: Como Saber se sua Empresa Está Lucrando  de Verdade - Unicontábil">
            <a:extLst>
              <a:ext uri="{FF2B5EF4-FFF2-40B4-BE49-F238E27FC236}">
                <a16:creationId xmlns:a16="http://schemas.microsoft.com/office/drawing/2014/main" id="{7D52E751-B767-1682-CA27-5101F938A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11" y="2432649"/>
            <a:ext cx="4057164" cy="266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ma boa gestão de custos - Gdoor Zucchetti">
            <a:extLst>
              <a:ext uri="{FF2B5EF4-FFF2-40B4-BE49-F238E27FC236}">
                <a16:creationId xmlns:a16="http://schemas.microsoft.com/office/drawing/2014/main" id="{F2D19555-5D9F-0122-61A0-2304E8D8B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567" y="2412334"/>
            <a:ext cx="4057164" cy="270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12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A4D4E-37EE-E690-A9F5-43D08F99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8914"/>
            <a:ext cx="10353761" cy="1253706"/>
          </a:xfrm>
        </p:spPr>
        <p:txBody>
          <a:bodyPr>
            <a:normAutofit/>
          </a:bodyPr>
          <a:lstStyle/>
          <a:p>
            <a:r>
              <a:rPr lang="pt-BR" sz="4800" u="sng" dirty="0"/>
              <a:t>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D9719-5F28-CA96-EFB7-A012B5E04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451357"/>
            <a:ext cx="10353762" cy="903092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Muitas pessoas atualmente enfrentam dificuldades em controlar seus gastos financeiros ao longo do mês, o que acaba gerando desorganização e falta de planejamento.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0AA1E8F-AF69-1E62-72AA-84459E962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19" y="3467816"/>
            <a:ext cx="41358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Sistema de gerenciamento de gastos simples e intuitivo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registrar ganhos e despesas facilmente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 automaticamente o saldo do usuário com exibição em gráficos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1E3E6E-81F8-A77E-F81C-0F47C4379030}"/>
              </a:ext>
            </a:extLst>
          </p:cNvPr>
          <p:cNvSpPr txBox="1"/>
          <p:nvPr/>
        </p:nvSpPr>
        <p:spPr>
          <a:xfrm>
            <a:off x="1727575" y="2842575"/>
            <a:ext cx="2518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u="sng" dirty="0">
                <a:latin typeface="+mj-lt"/>
              </a:rPr>
              <a:t>SOLUÇÂO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9D6EA68-8847-9F5A-1CE0-32720175E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256" y="3019098"/>
            <a:ext cx="5806745" cy="29689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3F0AD54-CB4C-FD74-FAB7-8899DC471D5E}"/>
              </a:ext>
            </a:extLst>
          </p:cNvPr>
          <p:cNvSpPr/>
          <p:nvPr/>
        </p:nvSpPr>
        <p:spPr>
          <a:xfrm>
            <a:off x="826115" y="2764939"/>
            <a:ext cx="4321834" cy="342019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37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164AF-E727-26FF-93C5-08187311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316300"/>
            <a:ext cx="10353761" cy="1326321"/>
          </a:xfrm>
        </p:spPr>
        <p:txBody>
          <a:bodyPr/>
          <a:lstStyle/>
          <a:p>
            <a:r>
              <a:rPr lang="pt-BR" sz="4800" u="sng" dirty="0"/>
              <a:t>Funcionalidades</a:t>
            </a:r>
            <a:r>
              <a:rPr lang="pt-BR" u="sng" dirty="0"/>
              <a:t> </a:t>
            </a:r>
            <a:r>
              <a:rPr lang="pt-BR" sz="4800" u="sng" dirty="0"/>
              <a:t>principais</a:t>
            </a:r>
            <a:endParaRPr lang="pt-BR" u="sng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CFA1A4-F933-A7D8-1F95-81811E1BE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078" y="2568046"/>
            <a:ext cx="5969479" cy="29288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62F0E5C-4B21-58AE-F73C-1A6996CA5541}"/>
              </a:ext>
            </a:extLst>
          </p:cNvPr>
          <p:cNvSpPr txBox="1"/>
          <p:nvPr/>
        </p:nvSpPr>
        <p:spPr>
          <a:xfrm>
            <a:off x="924443" y="2293522"/>
            <a:ext cx="3718589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Setor de investimento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Sugestões de economia em devido setor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Registro de transações automatizadas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Filtragem de resultados baseado nas preferências do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Geração de relatórios de despesas mensais</a:t>
            </a:r>
          </a:p>
        </p:txBody>
      </p:sp>
    </p:spTree>
    <p:extLst>
      <p:ext uri="{BB962C8B-B14F-4D97-AF65-F5344CB8AC3E}">
        <p14:creationId xmlns:p14="http://schemas.microsoft.com/office/powerpoint/2010/main" val="154099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A91AE-F6B9-0873-FA4C-49B5FE5B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38400"/>
            <a:ext cx="10353761" cy="1326321"/>
          </a:xfrm>
        </p:spPr>
        <p:txBody>
          <a:bodyPr>
            <a:normAutofit/>
          </a:bodyPr>
          <a:lstStyle/>
          <a:p>
            <a:r>
              <a:rPr lang="pt-BR" sz="4800" u="sng" dirty="0"/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9389E9-8DC7-42C4-A241-C51D4725563A}"/>
              </a:ext>
            </a:extLst>
          </p:cNvPr>
          <p:cNvSpPr txBox="1"/>
          <p:nvPr/>
        </p:nvSpPr>
        <p:spPr>
          <a:xfrm>
            <a:off x="146650" y="5971706"/>
            <a:ext cx="459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Enzo Pelakoski Cavinato- 2400911</a:t>
            </a:r>
          </a:p>
          <a:p>
            <a:r>
              <a:rPr lang="pt-BR" dirty="0"/>
              <a:t>Guilherme de Freitas Fracasso - 2400916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595D25-2998-4AF6-B833-50304476E605}"/>
              </a:ext>
            </a:extLst>
          </p:cNvPr>
          <p:cNvSpPr/>
          <p:nvPr/>
        </p:nvSpPr>
        <p:spPr>
          <a:xfrm>
            <a:off x="146650" y="5840084"/>
            <a:ext cx="4468482" cy="9095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036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85</TotalTime>
  <Words>109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Bookman Old Style</vt:lpstr>
      <vt:lpstr>Rockwell</vt:lpstr>
      <vt:lpstr>Damask</vt:lpstr>
      <vt:lpstr>Gestão de gastos</vt:lpstr>
      <vt:lpstr>Problema</vt:lpstr>
      <vt:lpstr>Funcionalidades principais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gastos</dc:title>
  <dc:creator>Enzo Cavinato</dc:creator>
  <cp:lastModifiedBy>Enzo Pelakoski Cavinato</cp:lastModifiedBy>
  <cp:revision>3</cp:revision>
  <dcterms:created xsi:type="dcterms:W3CDTF">2026-03-23T15:04:14Z</dcterms:created>
  <dcterms:modified xsi:type="dcterms:W3CDTF">2026-03-24T11:54:50Z</dcterms:modified>
</cp:coreProperties>
</file>