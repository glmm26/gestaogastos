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011680" cy="2011680"/>
          </a:xfrm>
          <a:prstGeom prst="ellipse">
            <a:avLst/>
          </a:prstGeom>
          <a:solidFill>
            <a:srgbClr val="14B8A6">
              <a:alpha val="3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840480"/>
            <a:ext cx="2286000" cy="22860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DE SOFTWARE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Gestão de Gastos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web de gestão financeira pessoal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16459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HTML/CSS/JS  ·  Chart.js  ·  Puppeteer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github.com/glmm26/Gestaogastos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Visão Geral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projeto?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aplicação web completa para controle financeiro pessoal, com foco em simplicidade, visual moderno e uso prático no dia a dia.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37744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377440"/>
            <a:ext cx="2743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com servidor HTTP nativo. Rotas de API, geração de PDF com Puppeteer e persistência local em JSON.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46120" y="237744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2377440"/>
            <a:ext cx="2743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292608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e JavaScript puro. Interface moderna com gráficos interativos via Chart.js.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377440"/>
            <a:ext cx="27432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2377440"/>
            <a:ext cx="2743200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4231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63640" y="2926080"/>
            <a:ext cx="2468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local em arquivo database.json. Leitura e escrita gerenciadas pelo módulo db.js.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4630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87552" y="1307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87552" y="165506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com OTP por email e sessão local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172968" y="11430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463040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794760" y="1307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794760" y="165506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financeiro e gráficos em tempo real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980176" y="114300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463040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601968" y="13075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Movimentações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601968" y="165506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Receitas, despesas, filtros e categorias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365760" y="26060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92608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87552" y="2770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987552" y="311810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metas com progresso visual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3172968" y="26060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2926080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794760" y="2770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794760" y="311810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Simulações por perfil de risco e projeções</a:t>
            </a:r>
            <a:endParaRPr lang="en-US" sz="1100" dirty="0"/>
          </a:p>
        </p:txBody>
      </p:sp>
      <p:sp>
        <p:nvSpPr>
          <p:cNvPr id="24" name="Shape 17"/>
          <p:cNvSpPr/>
          <p:nvPr/>
        </p:nvSpPr>
        <p:spPr>
          <a:xfrm>
            <a:off x="5980176" y="260604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4768" y="2926080"/>
            <a:ext cx="347472" cy="34747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601968" y="27706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601968" y="3118104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em HTML e PDF profissional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6974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691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Servidor HTTP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88720"/>
            <a:ext cx="2697480" cy="411480"/>
          </a:xfrm>
          <a:prstGeom prst="roundRect">
            <a:avLst>
              <a:gd name="adj" fmla="val 1777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691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383280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Gráficos no Frontend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6974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6916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63640" y="208483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PDF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260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926080"/>
            <a:ext cx="2697480" cy="411480"/>
          </a:xfrm>
          <a:prstGeom prst="roundRect">
            <a:avLst>
              <a:gd name="adj" fmla="val 1777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29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Local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3822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Persistência de Dados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9260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926080"/>
            <a:ext cx="2697480" cy="411480"/>
          </a:xfrm>
          <a:prstGeom prst="round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429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HTML/CSS/JS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383280" y="3822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do Usuário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926080"/>
            <a:ext cx="269748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926080"/>
            <a:ext cx="2697480" cy="411480"/>
          </a:xfrm>
          <a:prstGeom prst="roundRect">
            <a:avLst>
              <a:gd name="adj" fmla="val 17778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4290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 API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263640" y="3822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OTP por Email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Fluxo de Uso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3716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1887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6032" y="1874520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201168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Conta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" y="2542032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email e senha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36192" y="1444752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12264" y="11887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12264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746504" y="1874520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19656" y="201168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OTP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19656" y="2542032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por email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26664" y="1444752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02736" y="11887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02736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236976" y="1874520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01168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10128" y="2542032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no navegador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17136" y="1444752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93208" y="11887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27448" y="1874520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01168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Movimentações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542032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e despesas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07608" y="1444752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11887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217920" y="1874520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91072" y="201168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Metas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291072" y="2542032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progresso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1444752"/>
            <a:ext cx="27432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74152" y="1188720"/>
            <a:ext cx="548640" cy="54864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74152" y="1234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708392" y="1874520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14B8A6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81544" y="2011680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Relatório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81544" y="2542032"/>
            <a:ext cx="10881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ou PDF profissional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aplicação salva todos os dados localmente em database.json — sem necessidade de banco externo.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Próximos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297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8992" y="13716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 Relacional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78992" y="181051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de JSON local para PostgreSQL ou MySQL, com melhor integridade e escalabilidade.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846320" y="1188720"/>
            <a:ext cx="4297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7373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59552" y="13716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Robusta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559552" y="181051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JWT com refresh tokens e controle de sessões mais seguro.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65760" y="3017520"/>
            <a:ext cx="4297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5661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78992" y="3200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Avançados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078992" y="363931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personalizados, comparativos mensais e exportação em múltiplos formatos.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846320" y="3017520"/>
            <a:ext cx="429768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9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5661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59552" y="3200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em Produção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559552" y="363931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Hospedar a aplicação em nuvem (Railway, Render ou VPS) com domínio próprio.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926080"/>
            <a:ext cx="4572000" cy="45720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474720"/>
            <a:ext cx="2743200" cy="27432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420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F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Gastos — Aplicação web de controle financeiro pessoal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Repositório: github.com/glmm26/Gestaogastos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·  Chart.js  ·  Puppeteer  ·  HTML/CSS/JS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Gestão de Gastos</dc:title>
  <dc:subject>PptxGenJS Presentation</dc:subject>
  <dc:creator>glmm26</dc:creator>
  <cp:lastModifiedBy>glmm26</cp:lastModifiedBy>
  <cp:revision>1</cp:revision>
  <dcterms:created xsi:type="dcterms:W3CDTF">2026-06-10T22:21:43Z</dcterms:created>
  <dcterms:modified xsi:type="dcterms:W3CDTF">2026-06-10T22:21:43Z</dcterms:modified>
</cp:coreProperties>
</file>